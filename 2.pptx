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74" d="100"/>
          <a:sy n="74" d="100"/>
        </p:scale>
        <p:origin x="-2616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106E36-FD25-4E2D-B0AA-010F637433A0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IIIIIIIIII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Игры в </a:t>
            </a:r>
            <a:r>
              <a:rPr lang="ru-RU" smtClean="0"/>
              <a:t>студпространсте</a:t>
            </a:r>
            <a:endParaRPr lang="ru-R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</Words>
  <PresentationFormat>Экран (4:3)</PresentationFormat>
  <Paragraphs>2</Paragraphs>
  <Slides>1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2" baseType="lpstr">
      <vt:lpstr>Тема Office</vt:lpstr>
      <vt:lpstr>IIIIIIIIII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IIIIIIIIII</dc:title>
  <dc:creator>Студент</dc:creator>
  <cp:lastModifiedBy>Студент</cp:lastModifiedBy>
  <cp:revision>1</cp:revision>
  <dcterms:created xsi:type="dcterms:W3CDTF">2026-04-28T11:43:41Z</dcterms:created>
  <dcterms:modified xsi:type="dcterms:W3CDTF">2026-04-28T11:49:45Z</dcterms:modified>
</cp:coreProperties>
</file>